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>
        <p:scale>
          <a:sx n="150" d="100"/>
          <a:sy n="150" d="100"/>
        </p:scale>
        <p:origin x="288" y="3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ACD0-ED18-409F-AB00-D98F1B6C6305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0592-F94C-45F1-831F-36E790B351D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ACD0-ED18-409F-AB00-D98F1B6C6305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0592-F94C-45F1-831F-36E790B351D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ACD0-ED18-409F-AB00-D98F1B6C6305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0592-F94C-45F1-831F-36E790B351D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ACD0-ED18-409F-AB00-D98F1B6C6305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0592-F94C-45F1-831F-36E790B351D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ACD0-ED18-409F-AB00-D98F1B6C6305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0592-F94C-45F1-831F-36E790B351D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ACD0-ED18-409F-AB00-D98F1B6C6305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0592-F94C-45F1-831F-36E790B351D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ACD0-ED18-409F-AB00-D98F1B6C6305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0592-F94C-45F1-831F-36E790B351D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ACD0-ED18-409F-AB00-D98F1B6C6305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0592-F94C-45F1-831F-36E790B351D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ACD0-ED18-409F-AB00-D98F1B6C6305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0592-F94C-45F1-831F-36E790B351D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ACD0-ED18-409F-AB00-D98F1B6C6305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0592-F94C-45F1-831F-36E790B351D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ACD0-ED18-409F-AB00-D98F1B6C6305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0592-F94C-45F1-831F-36E790B351D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F3ACD0-ED18-409F-AB00-D98F1B6C6305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C0592-F94C-45F1-831F-36E790B351D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Screenshot (53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 (54).png"/>
          <p:cNvPicPr>
            <a:picLocks noGrp="1" noChangeAspect="1"/>
          </p:cNvPicPr>
          <p:nvPr>
            <p:ph idx="4294967295"/>
          </p:nvPr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55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56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57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58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59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60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61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62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63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65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66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67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68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70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629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71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72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75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3400" y="198120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76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80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72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81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82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83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84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85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86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87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90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91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92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93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95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96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99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100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102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103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105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7620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106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108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109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110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111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112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114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116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117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118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119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7620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120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121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122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123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125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126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127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128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831</TotalTime>
  <Words>1</Words>
  <Application>Microsoft Office PowerPoint</Application>
  <PresentationFormat>On-screen Show (4:3)</PresentationFormat>
  <Paragraphs>1</Paragraphs>
  <Slides>58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59" baseType="lpstr">
      <vt:lpstr>Office Theme</vt:lpstr>
      <vt:lpstr> 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57</cp:revision>
  <dcterms:created xsi:type="dcterms:W3CDTF">2025-03-20T14:20:00Z</dcterms:created>
  <dcterms:modified xsi:type="dcterms:W3CDTF">2026-06-03T06:25:06Z</dcterms:modified>
</cp:coreProperties>
</file>